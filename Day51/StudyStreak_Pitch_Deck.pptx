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645920"/>
            <a:ext cx="4572000" cy="4572000"/>
          </a:xfrm>
          <a:prstGeom prst="ellipse">
            <a:avLst/>
          </a:prstGeom>
          <a:solidFill>
            <a:srgbClr val="263080"/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754880"/>
            <a:ext cx="3840480" cy="3840480"/>
          </a:xfrm>
          <a:prstGeom prst="ellipse">
            <a:avLst/>
          </a:prstGeom>
          <a:solidFill>
            <a:srgbClr val="26308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4630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 TALKS 60-DAY CLAUDE AI CHALLENGE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92024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StudyStreak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0632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Accountability Coach That Keeps Self-Learners From Quitting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6035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C9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10-Day Capstone — Product Pitch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Self-learners don't fail because the content is bad — they fail because no one is checking in.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3931920" cy="3794760"/>
          </a:xfrm>
          <a:prstGeom prst="roundRect">
            <a:avLst>
              <a:gd name="adj" fmla="val 2892"/>
            </a:avLst>
          </a:prstGeom>
          <a:solidFill>
            <a:srgbClr val="F7F8FC"/>
          </a:solidFill>
          <a:ln/>
          <a:effectLst>
            <a:outerShdw sx="100000" sy="100000" kx="0" ky="0" algn="bl" rotWithShape="0" blurRad="101600" dist="38100" dir="5400000">
              <a:srgbClr val="999999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48640" y="2514600"/>
            <a:ext cx="3931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&lt;15%</a:t>
            </a:r>
            <a:endParaRPr lang="en-US" sz="6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703320"/>
            <a:ext cx="3383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completion rate for online courses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800600" y="2148840"/>
            <a:ext cx="6812280" cy="1143000"/>
          </a:xfrm>
          <a:prstGeom prst="roundRect">
            <a:avLst>
              <a:gd name="adj" fmla="val 8000"/>
            </a:avLst>
          </a:prstGeom>
          <a:solidFill>
            <a:srgbClr val="F7F8F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074920" y="2258568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accountability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074920" y="2624328"/>
            <a:ext cx="6309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instructor, cohort, or deadline is watching — so nothing pushes learners back in.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800600" y="3474720"/>
            <a:ext cx="6812280" cy="1143000"/>
          </a:xfrm>
          <a:prstGeom prst="roundRect">
            <a:avLst>
              <a:gd name="adj" fmla="val 8000"/>
            </a:avLst>
          </a:prstGeom>
          <a:solidFill>
            <a:srgbClr val="F7F8F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074920" y="3584448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 gets busy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074920" y="3950208"/>
            <a:ext cx="6309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skipped day quietly becomes a skipped month.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800600" y="4800600"/>
            <a:ext cx="6812280" cy="1143000"/>
          </a:xfrm>
          <a:prstGeom prst="roundRect">
            <a:avLst>
              <a:gd name="adj" fmla="val 8000"/>
            </a:avLst>
          </a:prstGeom>
          <a:solidFill>
            <a:srgbClr val="F7F8F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074920" y="4910328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Passive consumption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074920" y="5276088"/>
            <a:ext cx="6309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Watching a video creates no pressure the way a real deadline does.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 Users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486400" cy="4754880"/>
          </a:xfrm>
          <a:prstGeom prst="roundRect">
            <a:avLst>
              <a:gd name="adj" fmla="val 2692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169164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Self-Directed Upskiller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33172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they are: 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adult learner working through an online course or tutorial series — coding, design, language, or any hobby skill — with no classroom or employer requiring it.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356616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Actually finish what they start, instead of collecting half-done courses.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443484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Frustration: 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Momentum dies within 1–2 weeks, and no one notices when they go quiet.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530352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Needs: 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low-friction way to log progress and a source of encouragement that notices silence — without a social platform or paid mentor.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446520" y="137160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 Scope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6446520" y="1874520"/>
            <a:ext cx="5212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StudyStreak v1.0 is built for a single learner: you, the builder, and anyone you personally share the live link with. No login system, no multi-tenant accounts — the entire product is scoped around one person finishing one course at a time.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46520" y="3566160"/>
            <a:ext cx="5212080" cy="2468880"/>
          </a:xfrm>
          <a:prstGeom prst="roundRect">
            <a:avLst>
              <a:gd name="adj" fmla="val 4444"/>
            </a:avLst>
          </a:prstGeom>
          <a:solidFill>
            <a:srgbClr val="F7F8F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720840" y="37490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narrow scope wins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720840" y="4206240"/>
            <a:ext cx="4663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Ships a genuinely polished experience in 10 days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feature directly serves the core problem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Multi-user, quizzes, and analytics become a clear v2 roadmap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Solution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daily check-in loop, closed by an AI coach that notices when you're on track — or when you've gone quiet.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2606040" cy="3566160"/>
          </a:xfrm>
          <a:prstGeom prst="roundRect">
            <a:avLst>
              <a:gd name="adj" fmla="val 4211"/>
            </a:avLst>
          </a:prstGeom>
          <a:solidFill>
            <a:srgbClr val="F7F8FC"/>
          </a:solidFill>
          <a:ln/>
        </p:spPr>
      </p:sp>
      <p:sp>
        <p:nvSpPr>
          <p:cNvPr id="5" name="Shape 3"/>
          <p:cNvSpPr/>
          <p:nvPr/>
        </p:nvSpPr>
        <p:spPr>
          <a:xfrm>
            <a:off x="1531620" y="26517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531620" y="26517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47472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course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4023360"/>
            <a:ext cx="22402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total lessons, target deadline.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383280" y="2331720"/>
            <a:ext cx="2606040" cy="3566160"/>
          </a:xfrm>
          <a:prstGeom prst="roundRect">
            <a:avLst>
              <a:gd name="adj" fmla="val 4211"/>
            </a:avLst>
          </a:prstGeom>
          <a:solidFill>
            <a:srgbClr val="F7F8FC"/>
          </a:solidFill>
          <a:ln/>
        </p:spPr>
      </p:sp>
      <p:sp>
        <p:nvSpPr>
          <p:cNvPr id="10" name="Shape 8"/>
          <p:cNvSpPr/>
          <p:nvPr/>
        </p:nvSpPr>
        <p:spPr>
          <a:xfrm>
            <a:off x="4366260" y="26517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366260" y="26517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3520440" y="347472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in daily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566160" y="4023360"/>
            <a:ext cx="22402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studied today” + optional note.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17920" y="2331720"/>
            <a:ext cx="2606040" cy="3566160"/>
          </a:xfrm>
          <a:prstGeom prst="roundRect">
            <a:avLst>
              <a:gd name="adj" fmla="val 4211"/>
            </a:avLst>
          </a:prstGeom>
          <a:solidFill>
            <a:srgbClr val="F7F8FC"/>
          </a:solidFill>
          <a:ln/>
        </p:spPr>
      </p:sp>
      <p:sp>
        <p:nvSpPr>
          <p:cNvPr id="15" name="Shape 13"/>
          <p:cNvSpPr/>
          <p:nvPr/>
        </p:nvSpPr>
        <p:spPr>
          <a:xfrm>
            <a:off x="7200900" y="26517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200900" y="26517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6355080" y="347472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an AI nudge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0" y="4023360"/>
            <a:ext cx="22402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Warm, specific feedback on streak &amp; pace.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052560" y="2331720"/>
            <a:ext cx="2606040" cy="3566160"/>
          </a:xfrm>
          <a:prstGeom prst="roundRect">
            <a:avLst>
              <a:gd name="adj" fmla="val 4211"/>
            </a:avLst>
          </a:prstGeom>
          <a:solidFill>
            <a:srgbClr val="1E2761"/>
          </a:solidFill>
          <a:ln/>
        </p:spPr>
      </p:sp>
      <p:sp>
        <p:nvSpPr>
          <p:cNvPr id="20" name="Shape 18"/>
          <p:cNvSpPr/>
          <p:nvPr/>
        </p:nvSpPr>
        <p:spPr>
          <a:xfrm>
            <a:off x="10035540" y="2651760"/>
            <a:ext cx="640080" cy="640080"/>
          </a:xfrm>
          <a:prstGeom prst="ellipse">
            <a:avLst/>
          </a:prstGeom>
          <a:solidFill>
            <a:srgbClr val="F9A82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0035540" y="26517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22" name="Text 20"/>
          <p:cNvSpPr txBox="1"/>
          <p:nvPr/>
        </p:nvSpPr>
        <p:spPr>
          <a:xfrm>
            <a:off x="9189720" y="347472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 a day?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9235440" y="4023360"/>
            <a:ext cx="22402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emails you — accountability follows you.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 — v1.0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566160" cy="1965960"/>
          </a:xfrm>
          <a:prstGeom prst="roundRect">
            <a:avLst>
              <a:gd name="adj" fmla="val 5581"/>
            </a:avLst>
          </a:prstGeom>
          <a:solidFill>
            <a:srgbClr val="F7F8FC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60020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600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572768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Setup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24028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course with name, total lessons, and a target end date.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43400" y="1371600"/>
            <a:ext cx="3566160" cy="1965960"/>
          </a:xfrm>
          <a:prstGeom prst="roundRect">
            <a:avLst>
              <a:gd name="adj" fmla="val 5581"/>
            </a:avLst>
          </a:prstGeom>
          <a:solidFill>
            <a:srgbClr val="F7F8FC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0" y="160020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72000" y="1600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212080" y="1572768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Check-In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224028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One-tap “studied today” with an optional note and lesson count.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38160" y="1371600"/>
            <a:ext cx="3566160" cy="1965960"/>
          </a:xfrm>
          <a:prstGeom prst="roundRect">
            <a:avLst>
              <a:gd name="adj" fmla="val 5581"/>
            </a:avLst>
          </a:prstGeom>
          <a:solidFill>
            <a:srgbClr val="F7F8FC"/>
          </a:solidFill>
          <a:ln/>
        </p:spPr>
      </p:sp>
      <p:sp>
        <p:nvSpPr>
          <p:cNvPr id="14" name="Shape 12"/>
          <p:cNvSpPr/>
          <p:nvPr/>
        </p:nvSpPr>
        <p:spPr>
          <a:xfrm>
            <a:off x="8366760" y="160020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366760" y="1600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9006840" y="1572768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366760" y="224028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Streak, progress %, days remaining, and pace vs. deadline at a glance.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3566160"/>
            <a:ext cx="3566160" cy="1965960"/>
          </a:xfrm>
          <a:prstGeom prst="roundRect">
            <a:avLst>
              <a:gd name="adj" fmla="val 5581"/>
            </a:avLst>
          </a:prstGeom>
          <a:solidFill>
            <a:srgbClr val="F7F8FC"/>
          </a:solidFill>
          <a:ln/>
        </p:spPr>
      </p:sp>
      <p:sp>
        <p:nvSpPr>
          <p:cNvPr id="19" name="Shape 17"/>
          <p:cNvSpPr/>
          <p:nvPr/>
        </p:nvSpPr>
        <p:spPr>
          <a:xfrm>
            <a:off x="777240" y="379476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1E276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77240" y="3794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417320" y="3767328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Coach Nudges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777240" y="443484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Personalized, warm feedback after every check-in — grounded in your real data.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343400" y="3566160"/>
            <a:ext cx="3566160" cy="1965960"/>
          </a:xfrm>
          <a:prstGeom prst="roundRect">
            <a:avLst>
              <a:gd name="adj" fmla="val 5581"/>
            </a:avLst>
          </a:prstGeom>
          <a:solidFill>
            <a:srgbClr val="F7F8FC"/>
          </a:solidFill>
          <a:ln/>
        </p:spPr>
      </p:sp>
      <p:sp>
        <p:nvSpPr>
          <p:cNvPr id="24" name="Shape 22"/>
          <p:cNvSpPr/>
          <p:nvPr/>
        </p:nvSpPr>
        <p:spPr>
          <a:xfrm>
            <a:off x="4572000" y="379476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1E276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572000" y="3794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5212080" y="3767328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Emails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0" y="443484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 a day and the AI reaches out first — accountability that follows you.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138160" y="3566160"/>
            <a:ext cx="3566160" cy="1965960"/>
          </a:xfrm>
          <a:prstGeom prst="roundRect">
            <a:avLst>
              <a:gd name="adj" fmla="val 5581"/>
            </a:avLst>
          </a:prstGeom>
          <a:solidFill>
            <a:srgbClr val="F7F8FC"/>
          </a:solidFill>
          <a:ln/>
        </p:spPr>
      </p:sp>
      <p:sp>
        <p:nvSpPr>
          <p:cNvPr id="29" name="Shape 27"/>
          <p:cNvSpPr/>
          <p:nvPr/>
        </p:nvSpPr>
        <p:spPr>
          <a:xfrm>
            <a:off x="8366760" y="379476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1E2761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366760" y="3794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9006840" y="3767328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 State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8366760" y="443484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celebratory finish screen when you complete a course.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Approach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simple, free, beginner-friendly stack — chosen to ship a polished v1.0 in 10 days, not to show off complexity.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2651760" cy="1737360"/>
          </a:xfrm>
          <a:prstGeom prst="roundRect">
            <a:avLst>
              <a:gd name="adj" fmla="val 5263"/>
            </a:avLst>
          </a:prstGeom>
          <a:solidFill>
            <a:srgbClr val="26308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2304288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A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78892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Flask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83280" y="2103120"/>
            <a:ext cx="2651760" cy="1737360"/>
          </a:xfrm>
          <a:prstGeom prst="roundRect">
            <a:avLst>
              <a:gd name="adj" fmla="val 5263"/>
            </a:avLst>
          </a:prstGeom>
          <a:solidFill>
            <a:srgbClr val="26308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566160" y="2304288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A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3566160" y="278892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(single file)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2103120"/>
            <a:ext cx="2651760" cy="1737360"/>
          </a:xfrm>
          <a:prstGeom prst="roundRect">
            <a:avLst>
              <a:gd name="adj" fmla="val 5263"/>
            </a:avLst>
          </a:prstGeom>
          <a:solidFill>
            <a:srgbClr val="26308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0" y="2304288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A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0" y="278892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Jinja2 templates + HTML/CSS/JS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052560" y="2103120"/>
            <a:ext cx="2651760" cy="1737360"/>
          </a:xfrm>
          <a:prstGeom prst="roundRect">
            <a:avLst>
              <a:gd name="adj" fmla="val 5263"/>
            </a:avLst>
          </a:prstGeom>
          <a:solidFill>
            <a:srgbClr val="26308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235440" y="2304288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A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9235440" y="278892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Claude API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023360"/>
            <a:ext cx="2651760" cy="1737360"/>
          </a:xfrm>
          <a:prstGeom prst="roundRect">
            <a:avLst>
              <a:gd name="adj" fmla="val 5263"/>
            </a:avLst>
          </a:prstGeom>
          <a:solidFill>
            <a:srgbClr val="26308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31520" y="4224528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A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470916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smtplib + Gmail SMTP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383280" y="4023360"/>
            <a:ext cx="2651760" cy="1737360"/>
          </a:xfrm>
          <a:prstGeom prst="roundRect">
            <a:avLst>
              <a:gd name="adj" fmla="val 5263"/>
            </a:avLst>
          </a:prstGeom>
          <a:solidFill>
            <a:srgbClr val="263080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3566160" y="4224528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A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3566160" y="470916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PythonAnywhere Scheduled Tasks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217920" y="4023360"/>
            <a:ext cx="2651760" cy="1737360"/>
          </a:xfrm>
          <a:prstGeom prst="roundRect">
            <a:avLst>
              <a:gd name="adj" fmla="val 5263"/>
            </a:avLst>
          </a:prstGeom>
          <a:solidFill>
            <a:srgbClr val="263080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400800" y="4224528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A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0" y="470916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PythonAnywhere (free tier)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9052560" y="4023360"/>
            <a:ext cx="2651760" cy="1737360"/>
          </a:xfrm>
          <a:prstGeom prst="roundRect">
            <a:avLst>
              <a:gd name="adj" fmla="val 5263"/>
            </a:avLst>
          </a:prstGeom>
          <a:solidFill>
            <a:srgbClr val="263080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235440" y="4224528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A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9235440" y="470916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GitHub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Inside the AI Coach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message is grounded in the learner's real data — never generic, never guilt-tripping.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212080" cy="4206240"/>
          </a:xfrm>
          <a:prstGeom prst="roundRect">
            <a:avLst>
              <a:gd name="adj" fmla="val 2609"/>
            </a:avLst>
          </a:prstGeom>
          <a:solidFill>
            <a:srgbClr val="F7F8F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20574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7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Track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468880"/>
            <a:ext cx="4572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i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“Four days in a row on JavaScript basics — that's a real habit forming. You're right on pace, so keep this rhythm going tomorrow.”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794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Behind Pace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4206240"/>
            <a:ext cx="45720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i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“You're back after a couple of quiet days, and that's what matters. You're a little behind, but 6 lessons in 9 days is doable — let's aim for 2 tomorrow.”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035040" y="1828800"/>
            <a:ext cx="5577840" cy="4206240"/>
          </a:xfrm>
          <a:prstGeom prst="roundRect">
            <a:avLst>
              <a:gd name="adj" fmla="val 2609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355080" y="20574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A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Day — Proactive Email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355080" y="2468880"/>
            <a:ext cx="49377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“Hey — noticed you missed your check-in yesterday after a solid 5-day streak on Python Basics. No stress, one day doesn't erase your progress. Jump back in today?”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355080" y="41605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355080" y="457200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shames or guilt-trips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invents facts not in the data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falls back to a friendly static message if the API fails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 is intentionally narrow. Here's what a v2 could add once the core loop is proven.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66160" cy="1965960"/>
          </a:xfrm>
          <a:prstGeom prst="roundRect">
            <a:avLst>
              <a:gd name="adj" fmla="val 5581"/>
            </a:avLst>
          </a:prstGeom>
          <a:solidFill>
            <a:srgbClr val="F7F8F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984248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Multi-user accounts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46888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Sign-up/login so anyone can create their own StudyStreak.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43400" y="1783080"/>
            <a:ext cx="3566160" cy="1965960"/>
          </a:xfrm>
          <a:prstGeom prst="roundRect">
            <a:avLst>
              <a:gd name="adj" fmla="val 5581"/>
            </a:avLst>
          </a:prstGeom>
          <a:solidFill>
            <a:srgbClr val="F7F8F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72000" y="1984248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courses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572000" y="246888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several learning goals at once, not just one.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138160" y="1783080"/>
            <a:ext cx="3566160" cy="1965960"/>
          </a:xfrm>
          <a:prstGeom prst="roundRect">
            <a:avLst>
              <a:gd name="adj" fmla="val 5581"/>
            </a:avLst>
          </a:prstGeom>
          <a:solidFill>
            <a:srgbClr val="F7F8F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366760" y="1984248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quizzes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366760" y="246888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quizzes to reinforce and verify learning, not just track it.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977640"/>
            <a:ext cx="3566160" cy="1965960"/>
          </a:xfrm>
          <a:prstGeom prst="roundRect">
            <a:avLst>
              <a:gd name="adj" fmla="val 5581"/>
            </a:avLst>
          </a:prstGeom>
          <a:solidFill>
            <a:srgbClr val="F7F8F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77240" y="4178808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nudges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466344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analysis that warns before a learner is about to quit, not just after they miss a day.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343400" y="3977640"/>
            <a:ext cx="3566160" cy="1965960"/>
          </a:xfrm>
          <a:prstGeom prst="roundRect">
            <a:avLst>
              <a:gd name="adj" fmla="val 5581"/>
            </a:avLst>
          </a:prstGeom>
          <a:solidFill>
            <a:srgbClr val="F7F8F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572000" y="4178808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course import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0" y="466344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a course URL and let AI infer the lesson structure automatically.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138160" y="3977640"/>
            <a:ext cx="3566160" cy="1965960"/>
          </a:xfrm>
          <a:prstGeom prst="roundRect">
            <a:avLst>
              <a:gd name="adj" fmla="val 5581"/>
            </a:avLst>
          </a:prstGeom>
          <a:solidFill>
            <a:srgbClr val="F7F8F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366760" y="4178808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Gamification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8366760" y="466344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Badges, milestones, and shareable streaks for extra motivation.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5486400" cy="5486400"/>
          </a:xfrm>
          <a:prstGeom prst="ellipse">
            <a:avLst/>
          </a:prstGeom>
          <a:solidFill>
            <a:srgbClr val="26308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3716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9A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103120"/>
            <a:ext cx="10241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self-learner deserves a coach in their corner — not just a library of content they'll eventually abandon.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931920"/>
            <a:ext cx="9875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StudyStreak starts as a single-user accountability tool built in 10 days — but the underlying idea, an AI that notices when you go quiet and meets you with encouragement instead of guilt, scales to any self-directed goal: fitness, writing, habit-building, and beyond.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6172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9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StudyStreak — AB Talks 60-Day Claude AI Challenge Capstone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2026-08-26T08:49:33Z</dcterms:created>
  <dcterms:modified xsi:type="dcterms:W3CDTF">2026-08-26T08:49:33Z</dcterms:modified>
</cp:coreProperties>
</file>